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Project Health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Portfolio Synthesis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overall portfolio health is currently assessed as 'Green'. While most projects report no explicit blockers and minimal to zero schedule slippage, a consistent and concerning trend across multiple projects is an extremely low burn health ratio. This suggests potential under-resourcing, significant under-spending, or a lack of current project activity, which warrants further investigation to ensure genuine progress and prevent future issues.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Macro Risks &amp; Cross-Project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Consistent extremely low burn health ratio across multiple projects, indicating potential under-resourcing, under-spending, or stalled progress despite 'Green' status.</a:t>
            </a:r>
          </a:p>
          <a:p>
            <a:pPr/>
            <a:r>
              <a:t>Lack of explicitly reported blockers, which may mask underlying issues or indicate a lack of detailed reporting.</a:t>
            </a:r>
          </a:p>
          <a:p>
            <a:pPr/>
            <a:r>
              <a:t>Minor schedule slippage in some projects, though generally within acceptable limits.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Critical Projects (Red)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critical projects.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At-Risk Projects (Amber)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at-risk projects.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On-Track Projects (Green)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Zycus - UniSan S2P Implementation</a:t>
            </a:r>
          </a:p>
          <a:p>
            <a:pPr/>
            <a:r>
              <a:t>Contract Sign Off</a:t>
            </a:r>
          </a:p>
          <a:p>
            <a:pPr/>
            <a:r>
              <a:t>Contract signing between UniSan and Zycus</a:t>
            </a:r>
          </a:p>
          <a:p>
            <a:pPr/>
            <a:r>
              <a:t>Contract Sign Off</a:t>
            </a:r>
          </a:p>
          <a:p>
            <a:pPr/>
            <a:r>
              <a:t>Project Initiation and Data Gathering</a:t>
            </a:r>
          </a:p>
          <a:p>
            <a:pPr/>
            <a:r>
              <a:t>Project Kick Off</a:t>
            </a:r>
          </a:p>
          <a:p>
            <a:pPr/>
            <a:r>
              <a:t>Review Contract Scope</a:t>
            </a:r>
          </a:p>
          <a:p>
            <a:pPr/>
            <a:r>
              <a:t>Assign Project Team and Internal communication</a:t>
            </a:r>
          </a:p>
          <a:p>
            <a:pPr/>
            <a:r>
              <a:t>Zycus Project Team mobilization and Team alignment</a:t>
            </a:r>
          </a:p>
          <a:p>
            <a:pPr/>
            <a:r>
              <a:t>Setup Project [Server, Email alias, Internal Applications, Central Drive, Internal ticket for STAGING Set Up]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